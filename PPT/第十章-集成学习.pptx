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80" r:id="rId18"/>
    <p:sldId id="269" r:id="rId19"/>
    <p:sldId id="281" r:id="rId20"/>
    <p:sldId id="270" r:id="rId21"/>
    <p:sldId id="282" r:id="rId22"/>
    <p:sldId id="283" r:id="rId23"/>
    <p:sldId id="271" r:id="rId24"/>
    <p:sldId id="284" r:id="rId25"/>
    <p:sldId id="285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集成学习基础原理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集成学习策略及经典实现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补充知识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总结与进阶讨论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集成学习基础原理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3969" y="1333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19240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集体智慧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17170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集成学习通过结合多个基学习器，利用集体智慧优于个体智慧的理念，提升模型性能。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36156" y="1333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3688" y="19240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性能提升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3688" y="217170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通过整合多个模型的预测结果，集成学习能显著提高模型的准确性和鲁棒性。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73969" y="29908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1500" y="35814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适应性广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71500" y="38290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集成学习适用于复杂任务，如图像分类、自然语言处理和金融预测等领域。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536156" y="299085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33688" y="35814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核心策略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2833688" y="38290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主要包括Bagging、Boosting和Stacking，每种策略都有其独特的工作原理和应用场景。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与单一模型的区别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模型多样性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单一模型往往受限于特定假设，如线性关系或固定结构。集成学习通过组合多种模型，如决策树、神经网络等，利用模型间的差异互补，提高预测的多样性和鲁棒性。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泛化能力提升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单一模型可能过拟合或欠拟合数据，导致泛化能力不足。集成学习通过融合多个模型的预测，减少偏差和方差，提高模型在未知数据上的表现。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适应复杂任务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面对复杂或非线性问题，单一模型可能力不从心。集成学习能通过组合多个弱学习器，构建出强大的模型，有效处理复杂数据和任务。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集成学习策略及经典实现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Bagging 和随机森林整合策略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2274094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71525" y="2817019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并行训练基学习器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1525" y="3107531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Bagging通过并行训练多个基学习器来降低模型方差。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95588" y="2274094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38438" y="2817019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生成子数据集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38438" y="3107531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对训练集进行多次随机采样生成多个子数据集，独立训练基模型。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2274094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705350" y="2817019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随机选择特征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5350" y="3107531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随机森林在Bagging基础上，对特征进行随机选择，降低模型间相关性。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9413" y="2274094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72263" y="2817019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整合预测结果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2263" y="3107531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最终通过投票或平均方式整合预测结果，提高模型稳定性和预测性能。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483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随机森林回归的数学描述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229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2019300"/>
            <a:ext cx="12954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随机森林算法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19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数据采样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76300" y="4038600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从原始数据集中进行有放回抽样，构建多个子数据集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6300" y="49530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每个子数据集用于训练一棵决策树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52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209800" y="40386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在每个节点分裂时，随机选择一部分特征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74345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减少特征之间的共线性，提高模型多样性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6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43300" y="40386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每棵树基于不同的子数据集独立训练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74345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降低模型间的相关性，提高泛化能力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19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预测集成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76800" y="40386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通过平均多棵树的预测结果，生成最终预测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74345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有效降低方差，保持低偏差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53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性能优势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210300" y="40386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显著提高模型的泛化能力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5339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适用于高维数据和大规模数据集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86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543800" y="40386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广泛应用于分类和回归任务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5339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在金融、医疗等领域有重要应用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Boosting 和 AdaBoost 模型整合策略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Boosting 核心思想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Boosting通过迭代训练多个弱学习器，每个学习器专注于修正前一个学习器的错误，最终组合成一个强学习器。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 工作原理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AdaBoost为错误分类的样本赋予更高权重，使得后续模型更加关注这些样本，逐步修正错误，生成强分类器。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 特点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AdaBoost能有效降低模型偏差，适合处理复杂任务，但在噪声数据和异常值面前较为敏感，可能过拟合。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0646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 实现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3551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使用scikit-learn库，通过调整弱分类器数量和学习率，实现AdaBoost模型，提升分类任务的性能。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 的数学描述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AdaBoost 核心思想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通过调整样本权重和模型权重，使每个弱分类器专注于修正前一个分类器的错误，最终生成强分类器。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迭代训练过程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每轮迭代中，错误分类样本权重提高，后续分类器更关注这些样本，逐步降低整体偏差。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损失函数优化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最小化指数损失函数，通过调整样本权重和模型权重逐步降低损失，生成性能较强的分类器。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 和元模型整合策略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662112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 核心思想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29125" y="1909762"/>
            <a:ext cx="1881187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 通过元模型整合多个基模型预测结果，提升整体性能。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91313" y="1333500"/>
            <a:ext cx="1881187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91313" y="1662112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基模型多样性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91313" y="1909762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基模型可为不同类型的算法，如决策树、支持向量机等，确保模型间的多样性。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29125" y="2728913"/>
            <a:ext cx="1881187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29125" y="3057525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元特征生成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29125" y="3305175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使用验证集或交叉验证生成基模型预测结果，作为元模型输入特征。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91313" y="2728913"/>
            <a:ext cx="1881187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91313" y="3057525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元模型训练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91313" y="3305175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在元特征上训练元模型，如线性回归，生成最终预测，平衡偏差与方差。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7693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972" r="6972"/>
          <a:stretch>
            <a:fillRect/>
          </a:stretch>
        </p:blipFill>
        <p:spPr>
          <a:xfrm>
            <a:off x="0" y="0"/>
            <a:ext cx="9144000" cy="59769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7729" r="17729"/>
          <a:stretch>
            <a:fillRect/>
          </a:stretch>
        </p:blipFill>
        <p:spPr>
          <a:xfrm>
            <a:off x="5286375" y="0"/>
            <a:ext cx="3857625" cy="5976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 模型的数学描述 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 模型的数学描述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162050"/>
            <a:ext cx="2052637" cy="23383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元模型整合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233613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Stacking通过元模型整合多个基模型预测结果，降低整体偏差和方差。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52688" y="1162050"/>
            <a:ext cx="2052637" cy="23383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5113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元特征生成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05113" y="2233613"/>
            <a:ext cx="1347788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使用验证集或交叉验证生成基模型预测，作为元模型输入特征。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0050" y="3500438"/>
            <a:ext cx="2052637" cy="22669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2475" y="4350544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最终预测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52475" y="4641056"/>
            <a:ext cx="134778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元模型基于基模型预测结果生成更优预测，提升模型性能。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鸢尾花分类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2232660"/>
            <a:ext cx="9135745" cy="7581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鸢尾花分类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8360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4059734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数据集描述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4350246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鸢尾花数据集包含150个样本，分为3类，每类50个样本，每个样本有4个特征。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2658517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特征说明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2949029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特征包括萼片长度、萼片宽度、花瓣长度和花瓣宽度，用于模型训练。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9176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9176" y="1757362"/>
            <a:ext cx="1333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使用随机森林和梯度提升树两种算法对数据集进行训练。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405988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数据划分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4350395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将数据集划分为70%的训练集和30%的测试集，以评估模型性能。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1324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性能评估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61324" y="1757362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通过准确率和混淆矩阵来评估模型的分类效果，确保模型的有效性。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鸢尾花分类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250"/>
            <a:ext cx="9044305" cy="7118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85" y="2072005"/>
            <a:ext cx="82677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571500" y="20002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6195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数据集介绍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8671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使用加州房价数据集，包含房屋特征与价格。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8333" b="8333"/>
          <a:stretch>
            <a:fillRect/>
          </a:stretch>
        </p:blipFill>
        <p:spPr>
          <a:xfrm>
            <a:off x="2667000" y="20002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36195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38671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应用随机森林与梯度提升树进行回归预测。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8333" b="8333"/>
          <a:stretch>
            <a:fillRect/>
          </a:stretch>
        </p:blipFill>
        <p:spPr>
          <a:xfrm>
            <a:off x="4762500" y="20002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36195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性能评估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38671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计算MSE与R²，评估模型预测能力。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8333" b="8333"/>
          <a:stretch>
            <a:fillRect/>
          </a:stretch>
        </p:blipFill>
        <p:spPr>
          <a:xfrm>
            <a:off x="6858000" y="20002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36195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结果可视化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38671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绘制真实值与预测值对比图，直观展现模型表现。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753870"/>
            <a:ext cx="7307580" cy="18364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" y="1238250"/>
            <a:ext cx="7732395" cy="38074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方法概述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对比随机森林、梯度提升树和AdaBoost在糖尿病数据集上的表现。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性能指标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准确率：随机森林75.3%，梯度提升树74.9%，AdaBoost71.4%。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展示三种方法的分类效果，直观比较真阳性、假阳性、真阴性和假阴性。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4592320"/>
            <a:ext cx="5768340" cy="3124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" y="2072640"/>
            <a:ext cx="6202680" cy="9982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" y="1341755"/>
            <a:ext cx="8511540" cy="24599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补充知识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偏差与方差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57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4004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69093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偏差衡量模型预测值与真实值之间的差距，反映模型的准确性。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5384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高偏差影响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82892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高偏差表明模型过于简单，导致欠拟合，无法捕捉数据的真实模式。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方差定义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75736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方差体现模型对训练数据变化的敏感度，高方差表示模型过度依赖训练数据。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1897856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高方差影响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218836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高方差导致模型易受噪声影响，泛化能力差，出现过拟合现象。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2759869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理想模型标准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3050381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理想的模型应同时具备低偏差和低方差，确保既能准确拟合数据，又具有良好的泛化能力。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Bias-Variance Tradeoff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3024187"/>
            <a:ext cx="12954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模型性能优化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195513" y="2238375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偏差与方差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1488" y="28003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偏差衡量模型预测值与真实值的差距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1488" y="308610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高偏差表示模型过于简单，无法捕捉数据的复杂模式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1488" y="35814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方差反映模型对训练数据的敏感度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38888" y="23812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平衡策略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34125" y="2943225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寻找最佳平衡点，降低偏差同时控制方差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34125" y="3438525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实现模型在新数据上的良好泛化能力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总结与进阶讨论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5778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集成学习的局限性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538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90" y="254317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0752" y="402907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集成学习方法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0752" y="4319588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包括Stacking和Boosting等技术。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04765" y="339566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降低过拟合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34927" y="1757362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有效减少模型过拟合现象。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58939" y="254317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89102" y="402907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计算成本高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89102" y="4319588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需要较高的计算资源。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13114" y="339566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训练时间长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43276" y="1757362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训练过程耗时较长。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67289" y="254317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97451" y="4029075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模型解释性差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97451" y="4319588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模型内部机制难以理解。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21463" y="339566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参数调优复杂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51625" y="1757362"/>
            <a:ext cx="1216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调整参数较为困难。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优化方向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针对特定任务，精心挑选基模型类型，如决策树、神经网络等，以适应数据特性和问题复杂度。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参数调优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细致调整超参数，如学习率、树的深度、迭代次数等，以平衡偏差与方差，避免过拟合或欠拟合。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6098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特征工程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85750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深入挖掘特征，运用降维、编码、组合等技巧，提升模型对数据的理解和预测能力。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课后任务布置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复习核心概念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回顾集成学习的基础原理，加深对Bagging、Boosting和Stacking的理解。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实践项目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选取一个实际数据集，应用随机森林、AdaBoost和梯度提升树进行分类或回归任务。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文献阅读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阅读最新的集成学习研究论文，了解前沿动态和技术进展。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小组讨论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与同学分享你的项目经验和学习心得，共同探讨集成学习的应用场景和挑战。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2866</Words>
  <Application>WPS 演示</Application>
  <PresentationFormat>On-screen Show (16:9)</PresentationFormat>
  <Paragraphs>398</Paragraphs>
  <Slides>30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10</cp:revision>
  <dcterms:created xsi:type="dcterms:W3CDTF">2025-04-19T02:07:00Z</dcterms:created>
  <dcterms:modified xsi:type="dcterms:W3CDTF">2025-04-19T10:06:02Z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9A417454AACA4473A3F9F0C07EB86216_12</vt:lpwstr>
  </property>
  <property fmtid="{D5CDD505-2E9C-101B-9397-08002B2CF9AE}" pid="3" name="KSOProductBuildVer">
    <vt:lpwstr>2052-12.8.2.19823</vt:lpwstr>
  </property>
</Properties>
</file>