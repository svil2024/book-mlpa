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85" y="-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354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机器学习原理及应用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绪论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3990975" y="16216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10350" y="16216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0026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基本概念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2502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43625" y="193119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6610350" y="20026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发展历程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10350" y="22502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26312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重要性与挑战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28789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143625" y="2559844"/>
            <a:ext cx="352425" cy="333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6610350" y="26312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外延阅读材料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10350" y="287893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990975" y="3507581"/>
            <a:ext cx="196215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基本概念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13315" r="13315"/>
          <a:stretch/>
        </p:blipFill>
        <p:spPr>
          <a:xfrm>
            <a:off x="0" y="0"/>
            <a:ext cx="9144000" cy="7010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22486" r="22486"/>
          <a:stretch/>
        </p:blipFill>
        <p:spPr>
          <a:xfrm>
            <a:off x="5286375" y="0"/>
            <a:ext cx="3857625" cy="701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0050" y="1162050"/>
            <a:ext cx="4105275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00225" y="1473994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800225" y="1764506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机器学习依赖大量数据，通过算法自动识别模式，无需显式编程。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0050" y="2571750"/>
            <a:ext cx="4105275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00225" y="2883694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模型构建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800225" y="3174206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建立数学模型，从数据中学习规律，预测未知数据。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00050" y="3981450"/>
            <a:ext cx="4105275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00225" y="4293394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算法选择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800225" y="4583906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根据问题类型，选择合适的算法，如回归、聚类或分类。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00050" y="5391150"/>
            <a:ext cx="4105275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800225" y="5703094"/>
            <a:ext cx="250507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性能评估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800225" y="5993606"/>
            <a:ext cx="250507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使用交叉验证等方法，评估模型的泛化能力和准确性。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机器学习分类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监督学习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576513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利用已知输入和输出数据训练模型，预测新数据的输出。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无监督学习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576513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分析未标记数据的内在结构，发现数据中的模式或规律。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半监督学习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576513"/>
            <a:ext cx="17145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结合少量标记数据和大量未标记数据进行模型训练，提高预测准确性。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2000250"/>
            <a:ext cx="1714500" cy="2143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2328863"/>
            <a:ext cx="1714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576513"/>
            <a:ext cx="1714500" cy="419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通过与环境交互，学习策略以最大化累积奖励。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应用领域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34766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675" y="1571625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771525" y="2114550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医疗健康提升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1525" y="2405063"/>
            <a:ext cx="1700213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通过预测疾病风险、辅助诊断及个性化治疗方案设计，提升服务质量和效率。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795588" y="1571625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2738438" y="2114550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金融风险管理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38438" y="2405063"/>
            <a:ext cx="1700213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利用信用评估、欺诈检测、市场预测及自动化交易策略，增强风险管理。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62500" y="1571625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4705350" y="2114550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自动驾驶安全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5350" y="2405063"/>
            <a:ext cx="1700213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实现环境感知、决策规划与路径优化，提高驾驶安全和交通效率。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29413" y="1571625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6672263" y="2114550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教育公平促进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72263" y="2405063"/>
            <a:ext cx="1700213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通过学生表现分析、个性化学习推荐及智能辅导系统，促进教育公平与质量提升。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66775" y="3367088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809625" y="3910013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技术应用广泛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09625" y="4200525"/>
            <a:ext cx="1700213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从医疗到教育，各行业都在利用先进技术改善服务质量。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833688" y="3367088"/>
            <a:ext cx="1643063" cy="3619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2776538" y="3910013"/>
            <a:ext cx="1700213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智能化解决方案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776538" y="4200525"/>
            <a:ext cx="1700213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提供更精准、高效的服务，满足不同行业的需求。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发展历程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萌芽与发展初期（1940s-1960s）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085975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早期探索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138112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1940s，神经网络模型初现，模仿人脑结构，奠定理论基础。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86025" y="2019300"/>
            <a:ext cx="2085975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869406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逻辑理论家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3159919"/>
            <a:ext cx="138112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1956年，Logic Theorist程序，首次展现机器学习潜力。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72000" y="2019300"/>
            <a:ext cx="2085975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869406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感知器诞生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3159919"/>
            <a:ext cx="138112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1958年，Frank Rosenblatt发明感知器，推动模式识别研究。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975" y="2019300"/>
            <a:ext cx="2085975" cy="22669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869406"/>
            <a:ext cx="1381125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冬季来临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3159919"/>
            <a:ext cx="1381125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1960s末，AI寒冬，资金缩减，但理论积累为后续发展铺路。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关键突破期（1970s-1990s）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31594" y="1333500"/>
            <a:ext cx="476250" cy="4762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29125" y="1924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算法革新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429125" y="21717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1970年代至1990年代，算法如决策树、神经网络等得到显著改进，奠定现代机器学习基础。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93781" y="1333500"/>
            <a:ext cx="476250" cy="4762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91313" y="192405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理论深化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91313" y="217170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理论研究深入，VC维、泛化能力等概念被提出，增强对模型复杂度的理解与控制。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131594" y="2990850"/>
            <a:ext cx="476250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29125" y="35814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应用拓展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429125" y="38290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机器学习开始应用于语音识别、图像处理等领域，展现强大潜力与实用性。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深度学习爆发期（2000s-至今）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20395" b="20395"/>
          <a:stretch/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3048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3295650"/>
            <a:ext cx="2413000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GPU加速计算与大数据集推动深度神经网络性能飞跃，AlexNet在ImageNet竞赛中胜出，标志着深度学习新时代开启。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20395" b="20395"/>
          <a:stretch/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3048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应用拓展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3295650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深度学习在图像识别、自然语言处理、语音识别等领域取得显著成果，如AlphaGo战胜世界围棋冠军，展示了AI的无限可能。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20395" b="20395"/>
          <a:stretch/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3048000"/>
            <a:ext cx="2413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产业变革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3295650"/>
            <a:ext cx="2413000" cy="838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科技巨头与初创企业纷纷布局，AI芯片、自动驾驶、智能医疗等新兴行业蓬勃发展，深度学习成为驱动第四次工业革命的关键力量。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9148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52722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176" y="5076825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AI伦理与法规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9176" y="5367338"/>
            <a:ext cx="1333500" cy="1085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趋势预测显示，AI伦理与法规将成为焦点，确保技术发展与人类价值观一致，避免潜在的社会风险。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9176" y="3376612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跨学科合作加深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9176" y="3667125"/>
            <a:ext cx="1333500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AI与其他领域的结合越来越紧密，如与生物医学的结合，推动了精准医疗的进步，展现了广阔的应用前景。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9176" y="1676400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ML教育普及化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9176" y="1966913"/>
            <a:ext cx="1333500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机器学习教育正逐渐普及，从基础教育到高等教育，都在积极培养新一代的AI人才，为未来的发展奠定基础。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261324" y="5076974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技术与价值观一致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61324" y="5367486"/>
            <a:ext cx="1333500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确保AI技术的发展与人类的核心价值观相符合，是当前及未来研究的重要方向，有助于构建和谐的人机共存环境。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261324" y="3376761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精准医疗进步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261324" y="3667274"/>
            <a:ext cx="1333500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AI与生物医学的融合，不仅提高了疾病的诊断准确率，还促进了个性化治疗方案的开发，显著提升了医疗服务质量。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261324" y="1676549"/>
            <a:ext cx="13335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培养AI人才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261324" y="1967061"/>
            <a:ext cx="1333500" cy="12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从小学到高等教育，全面开展机器学习教育，旨在激发学生的创新思维，培养具备跨学科知识的复合型人才。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重要性与挑战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12500" r="12500"/>
          <a:stretch/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重要性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驱动创新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5811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机器学习是推动科技革命的关键力量，促进人工智能领域的持续创新，解锁复杂问题解决方案。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91313" y="13335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经济价值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91313" y="15811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通过优化业务流程、提升决策效率，机器学习为企业创造巨大经济效益，推动全球经济转型。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29125" y="24003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社会影响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29125" y="26479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改善生活质量，从医疗健康到环境保护，机器学习技术的应用广泛，对社会产生深远正面影响。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691313" y="2400300"/>
            <a:ext cx="188118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知识拓展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91313" y="2647950"/>
            <a:ext cx="1881187" cy="628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促进跨学科研究，加深人类对自然规律的理解，机器学习成为探索未知世界的有力工具。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3438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4300" y="3200400"/>
            <a:ext cx="12954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机器学习挑战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2005013" y="1590675"/>
            <a:ext cx="11811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数据质量问题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71488" y="2152650"/>
            <a:ext cx="23383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低质量数据影响模型准确性，需要大量资源进行清洗与预处理。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1488" y="2647950"/>
            <a:ext cx="23383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数据预处理包括去除噪声、填补缺失值等步骤。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14513" y="3314700"/>
            <a:ext cx="13716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模型透明度问题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1488" y="3876675"/>
            <a:ext cx="23383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黑盒模型的决策过程不透明，降低了应用领域的接受度与信任。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1488" y="4371975"/>
            <a:ext cx="23383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提高模型可解释性有助于增强用户对模型的信任。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338888" y="2452688"/>
            <a:ext cx="1181100" cy="3238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数据伦理问题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4125" y="3014663"/>
            <a:ext cx="23383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数据收集与使用必须遵循严格的伦理标准，保护个人隐私是设计的重点。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334125" y="3509963"/>
            <a:ext cx="23383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确保数据安全性和隐私保护是构建可信AI系统的关键。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外延阅读材料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经典教材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《模式识别与机器学习》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Christopher M. Bishop 著，深入浅出介绍概率框架下的机器学习理论与实践，适合初学者至进阶者。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《统计学习方法》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李航 著，中文经典教材，覆盖广泛算法，理论与实践并重，是学习统计学习理论的必备读物。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《深度学习》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Ian Goodfellow 等著，被誉为深度学习领域的圣经，详细阐述深度神经网络的原理与应用。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学术论文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前沿探索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深入理解机器学习最新进展，关注顶级会议如NeurIPS、ICML发表的论文。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理论基础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回顾经典算法原理，如《统计学习方法》等论文，奠定扎实理论基础。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869406"/>
            <a:ext cx="2076301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159919"/>
            <a:ext cx="2076301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分析实际应用案例，如CVPR、IJCAI中的计算机视觉与人工智能项目，提升实战能力。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在线资源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1000" y="1428750"/>
            <a:ext cx="8382000" cy="3176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609975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获取优质课程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900488"/>
            <a:ext cx="23622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通过Coursera和edX平台，可以学习到由顶尖大学教授提供的免费在线课程，如Andrew Ng的《机器学习》。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538413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参与项目竞赛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828925"/>
            <a:ext cx="23622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在Kaggle上参加各种数据科学竞赛，提高解决实际问题的能力，同时也能与其他专业人士交流。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访问代码仓库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1757362"/>
            <a:ext cx="23622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GitHub是一个庞大的开源社区，提供了丰富的项目源码，有助于学习编程技巧和最佳实践。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2002631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阅读专业文章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2293144"/>
            <a:ext cx="23622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Medium和Towards Data Science等网站上有大量高质量的技术博客，帮助理解复杂概念，紧跟技术前沿。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3074194"/>
            <a:ext cx="2362200" cy="2524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持续技能提升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3364706"/>
            <a:ext cx="23622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利用这些资源不断学习新知识，增强个人竞争力，适应快速变化的数据科学领域。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4269581" y="3014663"/>
            <a:ext cx="604838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EEACA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512</Words>
  <Application>Microsoft Office PowerPoint</Application>
  <PresentationFormat>全屏显示(16:9)</PresentationFormat>
  <Paragraphs>163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</cp:lastModifiedBy>
  <cp:revision>2</cp:revision>
  <dcterms:created xsi:type="dcterms:W3CDTF">2025-04-17T04:10:15Z</dcterms:created>
  <dcterms:modified xsi:type="dcterms:W3CDTF">2025-04-17T04:14:33Z</dcterms:modified>
</cp:coreProperties>
</file>